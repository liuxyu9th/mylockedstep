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3" r:id="rId4"/>
    <p:sldId id="274" r:id="rId5"/>
    <p:sldId id="264" r:id="rId6"/>
    <p:sldId id="265" r:id="rId7"/>
    <p:sldId id="275" r:id="rId8"/>
    <p:sldId id="266" r:id="rId9"/>
    <p:sldId id="267" r:id="rId10"/>
    <p:sldId id="268" r:id="rId11"/>
    <p:sldId id="279" r:id="rId12"/>
    <p:sldId id="269" r:id="rId13"/>
    <p:sldId id="277" r:id="rId14"/>
    <p:sldId id="278" r:id="rId15"/>
    <p:sldId id="270" r:id="rId16"/>
    <p:sldId id="273" r:id="rId17"/>
    <p:sldId id="271" r:id="rId18"/>
    <p:sldId id="261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4A4A"/>
    <a:srgbClr val="EAE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0" autoAdjust="0"/>
  </p:normalViewPr>
  <p:slideViewPr>
    <p:cSldViewPr snapToGrid="0">
      <p:cViewPr varScale="1">
        <p:scale>
          <a:sx n="57" d="100"/>
          <a:sy n="57" d="100"/>
        </p:scale>
        <p:origin x="96" y="2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6CF4-FA77-4E71-BDBB-B62F97D48318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11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9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图片 1101">
            <a:extLst>
              <a:ext uri="{FF2B5EF4-FFF2-40B4-BE49-F238E27FC236}">
                <a16:creationId xmlns:a16="http://schemas.microsoft.com/office/drawing/2014/main" id="{F6B81E82-77CD-42EE-BB96-8BC6A5440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669925" y="3079043"/>
            <a:ext cx="10850563" cy="475132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669926" y="2321170"/>
            <a:ext cx="10850562" cy="749082"/>
          </a:xfrm>
        </p:spPr>
        <p:txBody>
          <a:bodyPr anchor="ctr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E475EF-3918-4C37-977A-956EB9D76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95" y="0"/>
            <a:ext cx="11473992" cy="2693989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 userDrawn="1">
            <p:ph type="title" hasCustomPrompt="1"/>
          </p:nvPr>
        </p:nvSpPr>
        <p:spPr>
          <a:xfrm>
            <a:off x="669924" y="2927838"/>
            <a:ext cx="10850564" cy="501162"/>
          </a:xfrm>
          <a:noFill/>
        </p:spPr>
        <p:txBody>
          <a:bodyPr anchor="ctr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 hasCustomPrompt="1"/>
          </p:nvPr>
        </p:nvSpPr>
        <p:spPr>
          <a:xfrm>
            <a:off x="669924" y="3472000"/>
            <a:ext cx="10850564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69925" y="3471306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34571-20DC-4359-9C3B-4D92050F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0BD28F-5F81-4628-B7F7-4CFA7C46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EF377F-049F-4A50-A632-6FA81BE9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9E689-614A-4297-B51A-02A57569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EA80CF-7ED1-4A0E-83CB-11D5DC0A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F512C-84E6-4139-A15F-D2EF1137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96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119B5B-C61F-4AAB-AD46-F9F01750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E59CEA-4DBF-4E97-8194-416BC9AC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76FBFD-A931-4F8A-8815-3DCE3E77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1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图片 1128">
            <a:extLst>
              <a:ext uri="{FF2B5EF4-FFF2-40B4-BE49-F238E27FC236}">
                <a16:creationId xmlns:a16="http://schemas.microsoft.com/office/drawing/2014/main" id="{21B0AEAA-D567-4486-80E1-08E446705B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207126" y="2235084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6207126" y="3486125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zh-CN" altLang="en-US" dirty="0"/>
              <a:t>公司或署名</a:t>
            </a:r>
            <a:endParaRPr lang="en-US" altLang="zh-CN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 hasCustomPrompt="1"/>
          </p:nvPr>
        </p:nvSpPr>
        <p:spPr>
          <a:xfrm>
            <a:off x="6207126" y="3801759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zh-CN" altLang="en-US" dirty="0"/>
              <a:t>版权信息或网址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5151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5151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5151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69924" y="6240463"/>
            <a:ext cx="10850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669923" y="1028700"/>
            <a:ext cx="10850563" cy="7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54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08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jpeg"/><Relationship Id="rId11" Type="http://schemas.openxmlformats.org/officeDocument/2006/relationships/image" Target="../media/image17.jpeg"/><Relationship Id="rId5" Type="http://schemas.openxmlformats.org/officeDocument/2006/relationships/image" Target="../media/image11.jpeg"/><Relationship Id="rId10" Type="http://schemas.openxmlformats.org/officeDocument/2006/relationships/image" Target="../media/image16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image" Target="../media/image20.png"/><Relationship Id="rId9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副标题 1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战斗客户端程序岗</a:t>
            </a:r>
            <a:endParaRPr lang="en-US" altLang="zh-CN" dirty="0"/>
          </a:p>
        </p:txBody>
      </p:sp>
      <p:sp>
        <p:nvSpPr>
          <p:cNvPr id="18" name="标题 1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实习生工作总结与转正答辩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95079F2-B06A-45E0-8EEE-BC48961EB9C1}"/>
              </a:ext>
            </a:extLst>
          </p:cNvPr>
          <p:cNvCxnSpPr>
            <a:cxnSpLocks/>
          </p:cNvCxnSpPr>
          <p:nvPr/>
        </p:nvCxnSpPr>
        <p:spPr>
          <a:xfrm>
            <a:off x="3256384" y="2383326"/>
            <a:ext cx="826410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副标题 18">
            <a:extLst>
              <a:ext uri="{FF2B5EF4-FFF2-40B4-BE49-F238E27FC236}">
                <a16:creationId xmlns:a16="http://schemas.microsoft.com/office/drawing/2014/main" id="{48F01231-CB99-8B77-3024-1D17CC1BD197}"/>
              </a:ext>
            </a:extLst>
          </p:cNvPr>
          <p:cNvSpPr txBox="1">
            <a:spLocks/>
          </p:cNvSpPr>
          <p:nvPr/>
        </p:nvSpPr>
        <p:spPr>
          <a:xfrm>
            <a:off x="9933781" y="5631743"/>
            <a:ext cx="2178051" cy="475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dirty="0"/>
              <a:t>答辩人：虞杰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第一部分</a:t>
            </a:r>
            <a:r>
              <a:rPr lang="en-US" altLang="zh-CN" dirty="0"/>
              <a:t>	</a:t>
            </a:r>
            <a:r>
              <a:rPr lang="zh-CN" altLang="en-US" dirty="0"/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9B5E9-E584-2FDC-8452-6C9E4114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就读学校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611AD-6B73-1C3D-E30F-42DC50593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800"/>
              </a:spcAft>
              <a:buNone/>
            </a:pPr>
            <a:r>
              <a:rPr lang="zh-CN" altLang="en-US" dirty="0"/>
              <a:t>西南石油大学是新中国创建的第二所石油本科院校。</a:t>
            </a:r>
            <a:endParaRPr lang="en-US" altLang="zh-CN" dirty="0"/>
          </a:p>
          <a:p>
            <a:pPr marL="0" indent="0">
              <a:lnSpc>
                <a:spcPct val="150000"/>
              </a:lnSpc>
              <a:spcAft>
                <a:spcPts val="1800"/>
              </a:spcAft>
              <a:buNone/>
            </a:pPr>
            <a:r>
              <a:rPr lang="en-US" altLang="zh-CN" dirty="0"/>
              <a:t>2017</a:t>
            </a:r>
            <a:r>
              <a:rPr lang="zh-CN" altLang="en-US" dirty="0"/>
              <a:t>年入选为国家首批“双一流”世界一流学科建设高校。</a:t>
            </a:r>
            <a:endParaRPr lang="en-US" altLang="zh-CN" dirty="0"/>
          </a:p>
          <a:p>
            <a:pPr marL="0" indent="0">
              <a:lnSpc>
                <a:spcPct val="150000"/>
              </a:lnSpc>
              <a:spcAft>
                <a:spcPts val="1800"/>
              </a:spcAft>
              <a:buNone/>
            </a:pPr>
            <a:r>
              <a:rPr lang="en-US" altLang="zh-CN" dirty="0"/>
              <a:t>2022</a:t>
            </a:r>
            <a:r>
              <a:rPr lang="zh-CN" altLang="en-US" dirty="0"/>
              <a:t>年入选国家第二轮“双一流”建设高校及建设学科名单。</a:t>
            </a:r>
            <a:endParaRPr lang="en-US" altLang="zh-CN" dirty="0"/>
          </a:p>
          <a:p>
            <a:pPr marL="0" indent="0">
              <a:lnSpc>
                <a:spcPct val="150000"/>
              </a:lnSpc>
              <a:spcAft>
                <a:spcPts val="1800"/>
              </a:spcAft>
              <a:buNone/>
            </a:pP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6E2074-E19C-DE58-FDDF-D0CD749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160DE0-3C57-485D-2E70-7854F4FB5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180" y="2040731"/>
            <a:ext cx="32385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3CB865A-99ED-5CE2-DD96-2CA4D84AE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3719512"/>
            <a:ext cx="93440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730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0172C-BA51-874C-50B5-0FE771EFD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6A8CD-C641-6C97-799A-5878B482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专业信息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F6A8A1-1726-B2DB-9078-6BC7072BC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800"/>
              </a:spcAft>
              <a:buNone/>
            </a:pPr>
            <a:r>
              <a:rPr lang="zh-CN" altLang="en-US" dirty="0"/>
              <a:t>计算机与软件学院软件工程专业。</a:t>
            </a:r>
            <a:endParaRPr lang="en-US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zh-CN" altLang="en-US" dirty="0"/>
              <a:t>主要课程包括程序设计基础、面向对象程序设计、数据结构及算法、</a:t>
            </a:r>
            <a:endParaRPr lang="en-US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zh-CN" altLang="en-US" dirty="0"/>
              <a:t>操作系统、计算机网络基础、高等数学、线性代数等。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1716E1-6996-DE27-CAA8-95E98651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3FAE5B-C540-AB25-62C0-2638BAE91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95" y="4097320"/>
            <a:ext cx="4778154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1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DC09-71A9-77F0-0621-0A4E5B1C9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B3DBD-B6E1-1153-382B-A0EDB3B1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6DF5DF-A670-E43E-AD8E-A05FD7E3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在腾讯的实习经历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2023-11</a:t>
            </a:r>
            <a:r>
              <a:rPr lang="zh-CN" altLang="en-US" dirty="0"/>
              <a:t>至</a:t>
            </a:r>
            <a:r>
              <a:rPr lang="en-US" altLang="zh-CN" dirty="0"/>
              <a:t>2024-5</a:t>
            </a:r>
            <a:r>
              <a:rPr lang="zh-CN" altLang="en-US" dirty="0"/>
              <a:t>，在深圳天美</a:t>
            </a:r>
            <a:r>
              <a:rPr lang="en-US" altLang="zh-CN" dirty="0"/>
              <a:t>J6</a:t>
            </a:r>
            <a:r>
              <a:rPr lang="zh-CN" altLang="en-US" dirty="0"/>
              <a:t>工作室实习。实习岗位是游戏客户端程序岗位，项目是合金弹头觉醒，具体内容是做局内战斗开发。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在乐曼多的实习经历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2024-9</a:t>
            </a:r>
            <a:r>
              <a:rPr lang="zh-CN" altLang="en-US" dirty="0"/>
              <a:t>至今在乐曼多进行实习。岗位是战斗客户端程序。主要是在灌篮项目组参与球员开发。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84878D-0B96-3F2E-D153-E7A69770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2A9578-810C-04BC-0511-131D5D2DD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733" y="4333874"/>
            <a:ext cx="2015069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4C61116-3C73-C5FF-21B8-3964751C6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333874"/>
            <a:ext cx="2837269" cy="96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31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178CF-6604-03D6-3774-963BDA7B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9A6FE-57E0-DBDE-C6F4-CBE1D299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兴趣爱好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DBA1E5-4C78-933E-3939-7C485E08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E97A910-0DAD-67D8-ECB6-973BD98E9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599" y="3856472"/>
            <a:ext cx="1611529" cy="20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7EAEB4AA-3878-F91B-91E8-6F53F31AC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684" y="1354953"/>
            <a:ext cx="1564773" cy="20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115FDB4E-09FD-95B7-B777-94ABFDD6B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901" y="1403031"/>
            <a:ext cx="1406022" cy="2025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80973F20-C6D0-ECFD-5571-B253A62F3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582" y="1689849"/>
            <a:ext cx="1390014" cy="202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>
            <a:extLst>
              <a:ext uri="{FF2B5EF4-FFF2-40B4-BE49-F238E27FC236}">
                <a16:creationId xmlns:a16="http://schemas.microsoft.com/office/drawing/2014/main" id="{F7AE5AF1-52D8-6428-75B2-F6E8E7529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233" y="2621539"/>
            <a:ext cx="1590337" cy="203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>
            <a:extLst>
              <a:ext uri="{FF2B5EF4-FFF2-40B4-BE49-F238E27FC236}">
                <a16:creationId xmlns:a16="http://schemas.microsoft.com/office/drawing/2014/main" id="{71B651B3-B8FB-3BC2-D194-DFEDE77F8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784" y="3441927"/>
            <a:ext cx="1564773" cy="203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>
            <a:extLst>
              <a:ext uri="{FF2B5EF4-FFF2-40B4-BE49-F238E27FC236}">
                <a16:creationId xmlns:a16="http://schemas.microsoft.com/office/drawing/2014/main" id="{9E542941-7DD9-8B48-EC73-EBE63A14C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881" y="1540270"/>
            <a:ext cx="1406022" cy="207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>
            <a:extLst>
              <a:ext uri="{FF2B5EF4-FFF2-40B4-BE49-F238E27FC236}">
                <a16:creationId xmlns:a16="http://schemas.microsoft.com/office/drawing/2014/main" id="{55536F03-6900-BE82-0713-069D83FEA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713" y="3130347"/>
            <a:ext cx="1556385" cy="207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28">
            <a:extLst>
              <a:ext uri="{FF2B5EF4-FFF2-40B4-BE49-F238E27FC236}">
                <a16:creationId xmlns:a16="http://schemas.microsoft.com/office/drawing/2014/main" id="{949906FA-826E-4EDB-8524-28DAECA4E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599" y="3999758"/>
            <a:ext cx="1526608" cy="203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>
            <a:extLst>
              <a:ext uri="{FF2B5EF4-FFF2-40B4-BE49-F238E27FC236}">
                <a16:creationId xmlns:a16="http://schemas.microsoft.com/office/drawing/2014/main" id="{0FD98A27-DE9A-9463-8B4A-B00395F64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091" y="2231773"/>
            <a:ext cx="1314842" cy="207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D00637C-2B42-836A-FF91-F5FB3F3C1448}"/>
              </a:ext>
            </a:extLst>
          </p:cNvPr>
          <p:cNvSpPr txBox="1"/>
          <p:nvPr/>
        </p:nvSpPr>
        <p:spPr>
          <a:xfrm>
            <a:off x="5943365" y="4187055"/>
            <a:ext cx="6229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看书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A1085E-A65A-AE25-C1CF-76130D36016D}"/>
              </a:ext>
            </a:extLst>
          </p:cNvPr>
          <p:cNvSpPr/>
          <p:nvPr/>
        </p:nvSpPr>
        <p:spPr>
          <a:xfrm>
            <a:off x="582804" y="1403031"/>
            <a:ext cx="4560150" cy="4726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CE1124-2BA0-331D-828D-1AF2B04AC641}"/>
              </a:ext>
            </a:extLst>
          </p:cNvPr>
          <p:cNvSpPr/>
          <p:nvPr/>
        </p:nvSpPr>
        <p:spPr>
          <a:xfrm>
            <a:off x="874207" y="1286189"/>
            <a:ext cx="4560150" cy="4843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62DC23-91C6-D2BE-A8A1-77AFAA74B94C}"/>
              </a:ext>
            </a:extLst>
          </p:cNvPr>
          <p:cNvSpPr/>
          <p:nvPr/>
        </p:nvSpPr>
        <p:spPr>
          <a:xfrm>
            <a:off x="6810388" y="1286189"/>
            <a:ext cx="4560150" cy="4843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14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E2EA-485B-C948-340D-7FC2BD19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C8A8B-C788-9FB6-B253-B18F1311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兴趣爱好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A91303-3F95-F3C7-7A45-95A0FC46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86788C-24FD-BB06-2D1A-6E1468F5D84A}"/>
              </a:ext>
            </a:extLst>
          </p:cNvPr>
          <p:cNvSpPr txBox="1"/>
          <p:nvPr/>
        </p:nvSpPr>
        <p:spPr>
          <a:xfrm>
            <a:off x="5943365" y="4270549"/>
            <a:ext cx="6229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游戏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EAC0121-3E8C-A1EB-A6D4-4CBDAB2ED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073" y="1312334"/>
            <a:ext cx="2075472" cy="74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2B70C06-ED41-28C6-636F-795DBFFCD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268" y="1466704"/>
            <a:ext cx="1815983" cy="308717"/>
          </a:xfrm>
          <a:prstGeom prst="rect">
            <a:avLst/>
          </a:prstGeom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0D0090B4-912A-1EC1-0E03-06F57FADF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367" y="1205589"/>
            <a:ext cx="1622447" cy="85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ollow Knight">
            <a:extLst>
              <a:ext uri="{FF2B5EF4-FFF2-40B4-BE49-F238E27FC236}">
                <a16:creationId xmlns:a16="http://schemas.microsoft.com/office/drawing/2014/main" id="{C9FECA4B-8571-1CFC-03D8-F65B19FBA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574" y="2251347"/>
            <a:ext cx="1851122" cy="8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d Dead Redemption 2">
            <a:extLst>
              <a:ext uri="{FF2B5EF4-FFF2-40B4-BE49-F238E27FC236}">
                <a16:creationId xmlns:a16="http://schemas.microsoft.com/office/drawing/2014/main" id="{456AF160-E0F3-22FA-3FF1-454A1DB3E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238852"/>
            <a:ext cx="1851122" cy="8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eleste">
            <a:extLst>
              <a:ext uri="{FF2B5EF4-FFF2-40B4-BE49-F238E27FC236}">
                <a16:creationId xmlns:a16="http://schemas.microsoft.com/office/drawing/2014/main" id="{E5724671-ED42-C56A-7FBE-5D404D2AE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442" y="2275890"/>
            <a:ext cx="1851122" cy="8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黑神话：悟空">
            <a:extLst>
              <a:ext uri="{FF2B5EF4-FFF2-40B4-BE49-F238E27FC236}">
                <a16:creationId xmlns:a16="http://schemas.microsoft.com/office/drawing/2014/main" id="{DC076D75-3B93-EA06-9F5D-0B10ED513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363" y="2238209"/>
            <a:ext cx="1851123" cy="86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rand Theft Auto: San Andreas – The Definitive Edition">
            <a:extLst>
              <a:ext uri="{FF2B5EF4-FFF2-40B4-BE49-F238E27FC236}">
                <a16:creationId xmlns:a16="http://schemas.microsoft.com/office/drawing/2014/main" id="{C10A8111-7C1E-AAFD-BC7C-F92CD79EA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794" y="3342089"/>
            <a:ext cx="1815982" cy="84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巫师 3：狂猎">
            <a:extLst>
              <a:ext uri="{FF2B5EF4-FFF2-40B4-BE49-F238E27FC236}">
                <a16:creationId xmlns:a16="http://schemas.microsoft.com/office/drawing/2014/main" id="{02380C2C-8B20-2016-E5F6-E8BBC13F4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226" y="3330206"/>
            <a:ext cx="1815982" cy="84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C75928B-C857-A6D8-8D0B-499F253C88EF}"/>
              </a:ext>
            </a:extLst>
          </p:cNvPr>
          <p:cNvSpPr/>
          <p:nvPr/>
        </p:nvSpPr>
        <p:spPr>
          <a:xfrm>
            <a:off x="669924" y="1312333"/>
            <a:ext cx="10850563" cy="2958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90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0D1C0-40A1-C170-F7B3-C1DE4A8A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第二部分</a:t>
            </a:r>
            <a:r>
              <a:rPr lang="en-US" altLang="zh-CN" dirty="0"/>
              <a:t>	</a:t>
            </a:r>
            <a:r>
              <a:rPr lang="zh-CN" altLang="en-US" dirty="0"/>
              <a:t>实习期主要工作内容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CBA6C3-1472-747F-77F5-18BF228F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76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2D023-F95F-DEB8-37C8-BB518063D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</a:t>
            </a:r>
            <a:r>
              <a:rPr lang="en-US" altLang="zh-CN" dirty="0"/>
              <a:t>BUG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BAD649-E884-A67E-8873-F72C88B86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402" y="1916028"/>
            <a:ext cx="4955529" cy="3711743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3B162B-11EE-C0A8-ED64-28DFCF5B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0AB34B-46EF-4ED2-AC13-1B661D405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4" y="1662434"/>
            <a:ext cx="6810375" cy="7715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C2A41D7-9923-45C1-ACF8-574961232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2" y="2444195"/>
            <a:ext cx="7410450" cy="7429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271B7B-3D7A-4CDD-BCF0-5149B091F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57" y="3062287"/>
            <a:ext cx="7224793" cy="7334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884D81B-18BC-46F2-B826-58619DA007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54" y="3760274"/>
            <a:ext cx="7224793" cy="9048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7D380A8-CB00-454E-A3DD-85C055BA88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199" y="4649651"/>
            <a:ext cx="680085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0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B700-FB2C-D739-8C0B-6C0443B6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C924F-4513-0AA7-7C59-C2D19D29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新球员制作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4A928B4-D80A-FB15-ACCB-BFF3820E5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096" y="1755866"/>
            <a:ext cx="4032067" cy="4032067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E1A33C-06FD-2609-A17B-9598E8E9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A2A1522-BF74-4808-8BF8-BAE92365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786" y="1862190"/>
            <a:ext cx="1276386" cy="298271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003BAEB-3E13-4FF8-A0A4-1559AB263AD8}"/>
              </a:ext>
            </a:extLst>
          </p:cNvPr>
          <p:cNvSpPr txBox="1"/>
          <p:nvPr/>
        </p:nvSpPr>
        <p:spPr>
          <a:xfrm>
            <a:off x="1535855" y="5008209"/>
            <a:ext cx="2373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传奇鱼住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9438D21-6CD5-40A7-A619-E56D6F7C1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897" y="1815873"/>
            <a:ext cx="1296831" cy="298271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4619F9-B8BA-42FE-AAD8-AA9913B1F680}"/>
              </a:ext>
            </a:extLst>
          </p:cNvPr>
          <p:cNvSpPr txBox="1"/>
          <p:nvPr/>
        </p:nvSpPr>
        <p:spPr>
          <a:xfrm>
            <a:off x="4764858" y="5008209"/>
            <a:ext cx="1404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传奇藤真</a:t>
            </a:r>
          </a:p>
        </p:txBody>
      </p:sp>
    </p:spTree>
    <p:extLst>
      <p:ext uri="{BB962C8B-B14F-4D97-AF65-F5344CB8AC3E}">
        <p14:creationId xmlns:p14="http://schemas.microsoft.com/office/powerpoint/2010/main" val="1881173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B700-FB2C-D739-8C0B-6C0443B6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C924F-4513-0AA7-7C59-C2D19D29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新球员制作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4A928B4-D80A-FB15-ACCB-BFF3820E5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096" y="1755866"/>
            <a:ext cx="4032067" cy="4032067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E1A33C-06FD-2609-A17B-9598E8E9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03BAEB-3E13-4FF8-A0A4-1559AB263AD8}"/>
              </a:ext>
            </a:extLst>
          </p:cNvPr>
          <p:cNvSpPr txBox="1"/>
          <p:nvPr/>
        </p:nvSpPr>
        <p:spPr>
          <a:xfrm>
            <a:off x="1535855" y="5008209"/>
            <a:ext cx="2373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传奇池上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4619F9-B8BA-42FE-AAD8-AA9913B1F680}"/>
              </a:ext>
            </a:extLst>
          </p:cNvPr>
          <p:cNvSpPr txBox="1"/>
          <p:nvPr/>
        </p:nvSpPr>
        <p:spPr>
          <a:xfrm>
            <a:off x="4764858" y="5008209"/>
            <a:ext cx="1404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传奇仙道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8BBA0A-EE3F-4A0C-B0DA-630A2AD17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3" y="1849791"/>
            <a:ext cx="1392808" cy="29827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E9DC208-8178-4EAA-893E-7E147E5ED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32" y="1876276"/>
            <a:ext cx="1326044" cy="295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26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6365-53BB-96B4-25A0-68839F6B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6F3A0-7A07-0E57-4F6E-7FB78536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不同步排查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B431584-23CD-3697-59F0-BBC958883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951" y="2247253"/>
            <a:ext cx="3363551" cy="3363551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949EB2-72AD-85F9-33B1-CDE3CEE2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A716DB-E173-4AFC-ABBC-70AEF62EF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02" y="2743200"/>
            <a:ext cx="7997748" cy="17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09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6365-53BB-96B4-25A0-68839F6B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6F3A0-7A07-0E57-4F6E-7FB78536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不同步排查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949EB2-72AD-85F9-33B1-CDE3CEE2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674914-AD34-4C82-B6A0-3E29C0D59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93" y="1319449"/>
            <a:ext cx="8916369" cy="421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0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6365-53BB-96B4-25A0-68839F6B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6F3A0-7A07-0E57-4F6E-7FB78536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内部工具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949EB2-72AD-85F9-33B1-CDE3CEE2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0E3D8B-412B-4C7C-B013-DD5F05D00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736" y="1328552"/>
            <a:ext cx="7016131" cy="447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86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55A30-83A5-8B5E-A6B8-524B6B94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第三部分</a:t>
            </a:r>
            <a:r>
              <a:rPr lang="en-US" altLang="zh-CN" dirty="0"/>
              <a:t>	</a:t>
            </a:r>
            <a:r>
              <a:rPr lang="zh-CN" altLang="en-US" dirty="0"/>
              <a:t>对未来的规划和思考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14966C-DC47-A870-D072-86CF46B6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459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BD87-C5DE-AAEE-817B-9E93D2B3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F33C3-E112-0B78-7198-44E3B6E7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B891EB-08CE-69DF-13E4-7B94B143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E1664A-0FFD-4944-A4F3-5E4444DE3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75510">
            <a:off x="8216091" y="3375070"/>
            <a:ext cx="2379501" cy="26809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3426EC4-B7F1-4276-9A5C-C9745E925FF4}"/>
              </a:ext>
            </a:extLst>
          </p:cNvPr>
          <p:cNvSpPr txBox="1"/>
          <p:nvPr/>
        </p:nvSpPr>
        <p:spPr>
          <a:xfrm>
            <a:off x="1219199" y="1727200"/>
            <a:ext cx="3454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事物都是在发展中的</a:t>
            </a:r>
          </a:p>
        </p:txBody>
      </p:sp>
    </p:spTree>
    <p:extLst>
      <p:ext uri="{BB962C8B-B14F-4D97-AF65-F5344CB8AC3E}">
        <p14:creationId xmlns:p14="http://schemas.microsoft.com/office/powerpoint/2010/main" val="262563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4300-FCB9-750F-E4E3-4B1A4823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A7DC8-ED09-FC02-12CE-B493A0631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学习与发展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BC81C3-5A58-469A-675A-DC5571CF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7264" y="6651618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0B6CB5C-F4E4-44A8-8214-2CE2926EDE58}"/>
              </a:ext>
            </a:extLst>
          </p:cNvPr>
          <p:cNvSpPr/>
          <p:nvPr/>
        </p:nvSpPr>
        <p:spPr>
          <a:xfrm rot="19902362">
            <a:off x="7384540" y="4961552"/>
            <a:ext cx="1796575" cy="520289"/>
          </a:xfrm>
          <a:prstGeom prst="rightArrow">
            <a:avLst>
              <a:gd name="adj1" fmla="val 50000"/>
              <a:gd name="adj2" fmla="val 56381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54AEB54-9423-406C-9C43-2091E43C9D9B}"/>
              </a:ext>
            </a:extLst>
          </p:cNvPr>
          <p:cNvSpPr/>
          <p:nvPr/>
        </p:nvSpPr>
        <p:spPr>
          <a:xfrm rot="18448459">
            <a:off x="8727497" y="3716433"/>
            <a:ext cx="1829423" cy="586387"/>
          </a:xfrm>
          <a:prstGeom prst="rightArrow">
            <a:avLst>
              <a:gd name="adj1" fmla="val 50000"/>
              <a:gd name="adj2" fmla="val 5638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accent1"/>
              </a:gs>
              <a:gs pos="85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8270D55-E710-49B1-BBB2-F939A8BC03DF}"/>
              </a:ext>
            </a:extLst>
          </p:cNvPr>
          <p:cNvSpPr/>
          <p:nvPr/>
        </p:nvSpPr>
        <p:spPr>
          <a:xfrm rot="19125431">
            <a:off x="9967445" y="2334062"/>
            <a:ext cx="1829423" cy="586387"/>
          </a:xfrm>
          <a:prstGeom prst="rightArrow">
            <a:avLst>
              <a:gd name="adj1" fmla="val 50000"/>
              <a:gd name="adj2" fmla="val 56381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accent1"/>
              </a:gs>
              <a:gs pos="85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5DC7A31-DFB5-4E9B-9AC1-193F5DF22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852" y="3917955"/>
            <a:ext cx="2323385" cy="232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00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07126" y="2455462"/>
            <a:ext cx="4482645" cy="973538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谢谢！</a:t>
            </a:r>
            <a:endParaRPr lang="zh-CN" altLang="en-US" sz="4400" b="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946A5F7-F537-4434-9DF0-6849E234EDA4}"/>
              </a:ext>
            </a:extLst>
          </p:cNvPr>
          <p:cNvCxnSpPr>
            <a:cxnSpLocks/>
          </p:cNvCxnSpPr>
          <p:nvPr/>
        </p:nvCxnSpPr>
        <p:spPr>
          <a:xfrm>
            <a:off x="6207126" y="2127252"/>
            <a:ext cx="53133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F408655-7B16-4C36-8089-D73A62DE8A3B}"/>
              </a:ext>
            </a:extLst>
          </p:cNvPr>
          <p:cNvCxnSpPr>
            <a:cxnSpLocks/>
          </p:cNvCxnSpPr>
          <p:nvPr/>
        </p:nvCxnSpPr>
        <p:spPr>
          <a:xfrm>
            <a:off x="6207126" y="4112630"/>
            <a:ext cx="53133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a18adb86-5929-4bf5-a1c6-bcf101f86030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196</TotalTime>
  <Words>242</Words>
  <Application>Microsoft Office PowerPoint</Application>
  <PresentationFormat>宽屏</PresentationFormat>
  <Paragraphs>54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主题5</vt:lpstr>
      <vt:lpstr>实习生工作总结与转正答辩</vt:lpstr>
      <vt:lpstr>第一部分 自我介绍</vt:lpstr>
      <vt:lpstr>就读学校</vt:lpstr>
      <vt:lpstr>专业信息</vt:lpstr>
      <vt:lpstr>实习</vt:lpstr>
      <vt:lpstr>兴趣爱好</vt:lpstr>
      <vt:lpstr>兴趣爱好</vt:lpstr>
      <vt:lpstr>第二部分 实习期主要工作内容</vt:lpstr>
      <vt:lpstr>处理BUG</vt:lpstr>
      <vt:lpstr>新球员制作</vt:lpstr>
      <vt:lpstr>新球员制作</vt:lpstr>
      <vt:lpstr>不同步排查</vt:lpstr>
      <vt:lpstr>不同步排查</vt:lpstr>
      <vt:lpstr>内部工具</vt:lpstr>
      <vt:lpstr>第三部分 对未来的规划和思考</vt:lpstr>
      <vt:lpstr>思考</vt:lpstr>
      <vt:lpstr>学习与发展</vt:lpstr>
      <vt:lpstr>谢谢！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Administrator</cp:lastModifiedBy>
  <cp:revision>12</cp:revision>
  <cp:lastPrinted>2018-02-05T16:00:00Z</cp:lastPrinted>
  <dcterms:created xsi:type="dcterms:W3CDTF">2018-02-05T16:00:00Z</dcterms:created>
  <dcterms:modified xsi:type="dcterms:W3CDTF">2025-06-03T10:24:55Z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</Properties>
</file>